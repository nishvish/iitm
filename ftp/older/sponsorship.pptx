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SPONSORSHIP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ADVERTISING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BRANDING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MARKETING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OPPORTUNITIES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INDIA’S PREMIER TRAVEL &amp; TOURISM EXHIBITION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WWW.IITMINDIA.COM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OFFICIAL PROSPECTUS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SPONSORSHIP OPPORTUNITIES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TARGETED IMPACT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Reach a highly specific audience with cost-effective strategies designed for maximum resonance and engagement.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MULTI-CHANNEL BRANDING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Excellent branding opportunities that extend far beyond the booth, reaching quality audiences across various media vehicles.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INDUSTRY LEADERSHIP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Increase your visibility and solidify your position as an industry leader to your core target demographic.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INNOVATION &amp; PROMOTION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Access a diverse range of innovative promotional opportunities tailored to modern marketing needs.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"We tailor-make solutions based on your specific needs and budget constraints."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WWW.IITMINDIA.COM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IITM SPONSORSHIP OPTIONS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Partner with one of the largest Travel &amp; Tourism Exhibitions in India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 SLOT PER CITY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PLATINUM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25,00,000/-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Premium Branding: All marketing collateral (EDMs, Social, Print, Outdoor, Venue)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Press Recognition: Featured at the official event Press Release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Exhibition Space: 54 Sq Mtrs (6x9 Mtrs) 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Directory: 4-Page Advertisement in Event Directory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VIP Access: 12 Networking Lunch &amp; Dinner Passes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Exclusive: Premium slots for MC Announcements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Special Acknowledgment at IITM Awards Night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 SLOTS PER CITY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GOLD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15,00,000/-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Branding Space: All marketing collateral &amp; Venue Branding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Press Recognition: Recognized at event Press Release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Exhibition Space: 27 Sq Mtrs (3x9 Mtrs) 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Directory: 1-Page Advertisement in Event Directory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VIP Access: 8 Networking Lunch &amp; Dinner Passes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MC Announcements during the event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Special Acknowledgment at IITM Awards Night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5 SLOTS PER CITY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SILVER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8,00,000/-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Branding Space: Marketing collateral &amp; Venue Branding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Exhibition Space: 12 Sq Mtrs (3x4 Mtrs) 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Directory: Quarter-Page Advt (Circulated to 2000+ keys)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VIP Access: 5 Networking Lunch &amp; Dinner Passes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MC Announcements during the event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Special Acknowledgment at IITM Awards Night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IITM SPONSORSHIP PROSPECTUS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EVENT SPONSORSHIPS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Exclusive branding at high-traffic touchpoints and elite gatherings.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IITM 2026 PROSPECTUS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AWARDS FUNCTION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15,00,000/-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Opportunity: Host the biggest gathering of inbound &amp; outbound faculty to felicitate key achievers, followed by a cocktail dinner.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10-Min Presentation in front of 250–300 industry leaders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18 Sq Mtrs (3x6) Exhibition 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Ample Branding on the Event Night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Full marketing collateral branding (EDMs, Social, Print)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REGISTRATION DESK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4,00,000/-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First Impression: Position your brand at the primary point of contact for every single visitor, exhibitor, and delegate.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360° Branding in the main registration area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9 Sq Mtrs (3x3) Exhibition 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Continuous brand visibility during peak entry hours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Logo inclusion in all Pre &amp; Post Event digital marketing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NETWORKING DINNER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15,00,000/-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Network: Host 250–300 leading tour operators, hoteliers, and media in an exclusive networking environment.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PARTNER BENEFITS: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18 Sq Mtrs Booth at single location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Branding in all marketing collaterals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High brand recall with Foreign Tour Operators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WWW.IITMINDIA.COM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ON-SITE SPONSORSHIP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Maximize your footprint with high-visibility tactical branding across the venue.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DROP DOWNS 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HANGING BANNERS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50,000/- for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TEMPORARY WALK-WAY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DISPLAY 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50,000/- for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PROMINENT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BILL BOARDS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50,000/- for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LED DISPLAY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 Days x 20 spots of 30 sec each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1,00,000/-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SELFIE COUNTER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60,000/- for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B2C GIFT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Large scale reach (25,000 pcs)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1,50,000/-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IITM ON-SITE OPPORTUNITIES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www.iitmindia.com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EXCLUSIVE EVENT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NETWORKING DINNER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3,00,000/-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(1 Slot per City)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Host a "By Invitation Only" function designed to connect you with the upper echelon of the travel trade.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10-Minute Presentation: Introduce new products directly to industry leaders before dinner.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Stage Backdrop: Dominant branding presence throughout the evening.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Banner Displays: Strategic placement within the dinner venue for maximum recall.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TACTICAL VISIBILITY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HELP DESK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1,00,000/-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(1 Slot per City)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Capitalize on the highest-traffic service point for every exhibitor, delegate, and VIP guest.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First Point of Contact: Gain immediate exposure as guests enter the registration zone.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Repeat Exposure: The Help Desk is the most revisited location throughout the event days.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Prime Location: Logo placement on all help desk signage and scoreboards.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WWW.IITMINDIA.COM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ELITE NETWORKING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INTERACTIVE VIP &amp; MEDIA LOUNGE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 3,00,000/- (1 Slot per City • 3 Days)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Media Dominance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Pre and post-event coverage from both Local and National Media outlets.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Executive Presence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Exclusive 10-minute dedicated interaction session with the media fraternity.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 Immersion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Immense visibility with company branding throughout the prime lounge area.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Targeted Access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By-invitation-only networking designed to add significant brand value.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WWW.IITMINDIA.COM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OTHER SPONSORSHIPS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BUYERS &amp; SELLERS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KIT BAGS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Your logo will appear on the welcome bags containing essential show information. Distributed exclusively to Sellers, Press, and Buyers.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 SLOTS 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Rs. 1,00,000/-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OFFICIAL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LANYARDS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High-visibility branding on the lanyards worn by all exhibitors, trade visitors, press, delegates, and VIPs for the duration of the event.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 SLOTS 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Rs. 75,000/-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EXHIBITORS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KIT BAGS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Show carry bags distributed from the registration area and help desks. Features your logo and message on every bag.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 SLOTS 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Rs. 2,00,000/-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WWW.IITMINDIA.COM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UTILITY SPONSORSHIPS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BRAND VISIBILITY &amp; UTILITY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ENGAGEMENT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Drinking Water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Bottles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 cost-effective means to generate immense goodwill. 5,000 bottles distributed to all exhibitors and featured in the exclusive Buyers' Lounges.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Rs. 1,00,000/-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ONLY 1 SLOT 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VISIBILITY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Official Event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Badges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One of the most visible elements. Your logo appears in the main section of badges worn by all participants, press, delegates, and VIPs.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Rs. 75,000/-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 SLOTS 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LEGACY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Exhibitors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Directory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Enormous shelf life as a Reference Source for the industry. Includes a full-page advertisement for long-lasting post-event visibility.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Rs. 25,000/-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LOGO ONLY BRANDING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IITM SPONSORSHIP PROSPECTUS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09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TANGIBLE BRANDING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GIFT ENGAGEMENT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CUSTOM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SOUVENIRS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Reach trade invitees by gifting a memorable souvenir of your choice. A lasting physical reminder of your brand logo and hospitality.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 SLOTS 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Rs. 1,00,000/-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LIFESTYLE BRANDING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OFFICIAL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T-SHIRTS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Get your brand featured on 250 custom-made T-Shirts. These high-utility items provide walking advertisement throughout the venue and beyond.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 SLOTS 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Rs. 50,000/-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DIRECT OUTREACH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BROCHURE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PRINT INSERT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Ensure your collateral reaches every tour operator and agent. We include your print materials directly into the official event kit bags.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 SLOTS 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Rs. 1,00,000/-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WWW.IITMINDIA.COM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DIRECTORY ADVERTISING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Official Exhibition Directory: The definitive industry reference guide.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POSITION / SIZE	DIMENSIONS (WXH)	RATE (INR)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Double Spread	420mm x 297mm	2,50,000/-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Back Cover	210mm x 297mm	1,50,000/-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Inner Cover (Front/Back)	210mm x 297mm	75,000/-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Full Page	210mm x 297mm	20,000/-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Technical Requirement: All advertisement artwork must be provided by the sponsor in high-resolution (300 DPI) print-ready format (PDF/TIFF/CDR).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*Government Taxes Applicable extra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WWW.IITMINDIA.COM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YOU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IITM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ORGANIZED BY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Sphere Travelmedia &amp; Exhibitions Pvt. Ltd.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#245 Amar Jyothi Layout, Bangalore - 560071,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Karnataka, India.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Office Tel: +91 80 40834100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spheretravelmedia.com iitmindia.com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2026-05-09T11:01:43Z</dcterms:created>
  <dcterms:modified xsi:type="dcterms:W3CDTF">2026-05-09T11:01:43Z</dcterms:modified>
</cp:coreProperties>
</file>